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to Week 4! This is the biggest week — Flask backend + AI toolkit. Recap the journey so far: Python → Data Structures → OOP → Web Frontend. Now connecting backend and adding AI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 of the whole week. Reference this slide at the start of each day to orient students about where they are in the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of the consistent structure. Hour 1: watch and learn. Hour 2: build it. Hour 3: apply it in something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14 closes the Flask module. By end of today every student should have a multi-page Flask site running. Celebrate this — it's the first time their frontend and backend work together end-to-end!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show the projects list rendered dynamically. Add a new project to the Python list and refresh — students see it appear on the page without changing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30–35 minutes for students to build. Walk the room. Help anyone stuck on routing. Two students should present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is conceptual — discuss it verbally before coding. Q5 is a stretch bonus for fast finishers.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15 opens the AI chapter. Start with the big picture — demystify AI. Then show NumPy as the first tool in the data-science toolkit.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nested circles on the whiteboard as well. Key message: Deep Learning is just a subset of ML, which is a subset of AI. Not everything 'AI' is neural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show the speed difference with a simple loop vs np.sum on a large array. Students should install: pip install numpy.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is verbal — do it as a group discussion. Q5 is the most important takeaway: vectorized operations are why NumPy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Pandas is where students will spend most of their AI/data work. Emphasize the CSV loading — this alone unlocks real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load a sample CSV. Show the .head() output projected on screen. Students follow along. Deliberately include a dataset with missing values for the cleaning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and Q5 are the strongest exercises. Q5 forces students to both create and analyse data — great for capstone prep.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17 is the most visually rewarding day — students see their data as charts for the first time. Make sure matplotlib is installed: pip install matplotlib.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run the line chart and bar chart live. Projector shows the chart pop up — this always gets a reaction from students!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is a verbal discussion — good for checking if students understand when to use each chart type. Q5 is a stretch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day! Students train their first ML model. Keep the math simple — focus on the workflow: load data → split → train → predict →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'If I want to predict a student's exact score — classification or regression?' (Regression). 'If I want to predict pass/fail?' (Classification). Gets everyone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Run this code on the projector. Change the study hours for the new_student and show how the prediction changes. Students follow along. Install: pip install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35 minutes. Walk around and check that every student has a running model with a printed accuracy score before the session ends. End-of-week recap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introduces the concept of baseline accuracy — if 80% of students pass, a model that always predicts 'pass' gets 80% without learning anything. Key lesson for AI literacy.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End-of-week recap slide. Ask one student per topic: 'Name one thing you remember about [topic].' Closes the week with positive reinforcement.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excitement for Demo Day! Tell students to start thinking about which Final Project track they want: Python Mini Project, Full Stack Web App, or AI-Integrated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exit tickets! Read them before Monday's class to plan any re-teaching. Remind students about weekend homework: finish capstone, review Week 4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oval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457200"/>
            <a:ext cx="2560320" cy="2560320"/>
          </a:xfrm>
          <a:prstGeom prst="oval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ACADEMY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Bootcamp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Backend (Flask) + AI Fundamentals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84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 – Jul 24, 2026  |  Days 14–18  |  15 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Flask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2487168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4871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/ 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487168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4871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NumPy · Pandas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2487168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3341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4871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scikit-learn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743200" cy="2743200"/>
          </a:xfrm>
          <a:prstGeom prst="oval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At-a-Glance — What We Cover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· 15 Contact Hours · 2 Capstone Projects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676656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457200" cy="457200"/>
          </a:xfrm>
          <a:prstGeom prst="oval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170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Jul 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408176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4081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11680" y="121615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+ Contact Form + Flask Website Capstone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837944"/>
            <a:ext cx="8321040" cy="676656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47672"/>
            <a:ext cx="457200" cy="457200"/>
          </a:xfrm>
          <a:prstGeom prst="oval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1929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Jul 21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2167128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22C55E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1671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Intro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11680" y="1975104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AI (AI vs ML vs DL) + NumPy Basics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2596896"/>
            <a:ext cx="8321040" cy="676656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706624"/>
            <a:ext cx="457200" cy="457200"/>
          </a:xfrm>
          <a:prstGeom prst="oval">
            <a:avLst/>
          </a:prstGeom>
          <a:solidFill>
            <a:srgbClr val="FCD34D">
              <a:alpha val="9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688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Jul 22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292608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FCD34D">
              <a:alpha val="5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9260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11680" y="2734056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Basics + Data Handling + CSV Cleaning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3355848"/>
            <a:ext cx="8321040" cy="676656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465576"/>
            <a:ext cx="457200" cy="457200"/>
          </a:xfrm>
          <a:prstGeom prst="oval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3447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Jul 23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7280" y="3685032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6850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011680" y="349300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Data Visualization (charts &amp; insights)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4114800"/>
            <a:ext cx="8321040" cy="676656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224528"/>
            <a:ext cx="457200" cy="457200"/>
          </a:xfrm>
          <a:prstGeom prst="oval">
            <a:avLst/>
          </a:prstGeom>
          <a:solidFill>
            <a:srgbClr val="A78BFA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97280" y="4206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Jul 24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97280" y="444398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44439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011680" y="425196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Basics + scikit-learn + Student Result Prediction Capstone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Day Works — The 3-Hour Rhythm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6517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05840"/>
            <a:ext cx="265176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6072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+ Analogy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2240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7432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with you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65176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0712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 problems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240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27432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students present solutions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517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05840"/>
            <a:ext cx="265176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45352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/ practical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45352" y="2240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code 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45352" y="27432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+ tomorrow preview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Engagement: Daily quiz · Bug hunts · Pair programming · Rotating presenters · Exit tickets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oval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182880"/>
            <a:ext cx="2743200" cy="2743200"/>
          </a:xfrm>
          <a:prstGeom prst="oval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E749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/ WEEK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— Mon, Jul 20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+ Contact Form + Module 4 Capstone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today: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Passing lists &amp; dicts into Jinja templates using {% for %} loops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Contact form → Flask route → data validation → stored/displayed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Module 4 Capstone: a full multi-page Flask website — home, projects, contact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2 students present their live running Flask apps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Dynamic Data with Jinja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Python data → render in HTML templates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render_template()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Python variables as keyword args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variable 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variable's value in 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980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item in list %}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26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a list inside 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condition %}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39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rendering in templates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%}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inheritance — no repeated 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005840"/>
            <a:ext cx="4389120" cy="3749040"/>
          </a:xfrm>
          <a:prstGeom prst="rect">
            <a:avLst/>
          </a:prstGeom>
          <a:solidFill>
            <a:srgbClr val="0D1F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24712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27448" y="1124712"/>
            <a:ext cx="109728" cy="109728"/>
          </a:xfrm>
          <a:prstGeom prst="oval">
            <a:avLst/>
          </a:prstGeom>
          <a:solidFill>
            <a:srgbClr val="FCD34D"/>
          </a:solidFill>
          <a:ln/>
        </p:spPr>
      </p:sp>
      <p:sp>
        <p:nvSpPr>
          <p:cNvPr id="19" name="Shape 17"/>
          <p:cNvSpPr/>
          <p:nvPr/>
        </p:nvSpPr>
        <p:spPr>
          <a:xfrm>
            <a:off x="4882896" y="1124712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069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+ projects.html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44568" y="1325880"/>
            <a:ext cx="41696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"Calculator", "tech": "Python"},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"Portfolio",  "tech": "HTML/CSS"},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"Flask App",  "tech": "Flask"},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@app.route('/projects')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projects_page():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render_template(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'projects.html',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projects=projects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projects.html (Jinja)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p in projects %}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class="card"&gt;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&lt;h3&gt;{{ p.name }}&lt;/h3&gt;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&lt;span&gt;{{ p.tech }}&lt;/span&gt;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endfor %}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E749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CAPSTONE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Flask Website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 from Days 12–14 into one working multi-page Flask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16052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58191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81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 + Jinja template + dynamic greeting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16052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58191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581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list from Python dict → rendered in a loop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0"/>
            <a:ext cx="416052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" y="327355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657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→ POST → Flask validation → success message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3108960"/>
            <a:ext cx="416052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65192" y="327355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+ Layout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3657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linked, consistent nav bar, responsive layout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Milestone: First time frontend + backend are connected end-to-end — celebrate this!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Practice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— Flask + Dynamic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15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155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Flask route /students that takes a list of student dictionaries (name, score) and renders them in a table using a Jinja template.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928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/search route with a text form. When submitted, display all students whose name contains the search term.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60604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6700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70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{% if %} block in the template so that students scoring below 40 are highlighted in red.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4472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472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GET and POST in Flask form handling? When should you use each?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2245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2245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capstone website with a /about page that lists team members from a Python list — no hardcoding in HTML.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oval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E749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/ WEEK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— Tue, Jul 21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AI + NumPy Basics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vs ML vs Deep Learning — plain language, no heavy math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AI applications: recommendations, voice assistants, fraud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NumPy: arrays vs Python lists, vectorized operations, key functions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Applied: redo Week 2's student marks averages using NumPy instead of loops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vs Deep Learning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— no heavy math needed here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931920"/>
          </a:xfrm>
          <a:prstGeom prst="roundRect">
            <a:avLst>
              <a:gd name="adj" fmla="val 2791"/>
            </a:avLst>
          </a:prstGeom>
          <a:solidFill>
            <a:srgbClr val="0891B2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515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344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doing tasks that normally require human intelligence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7315200" cy="3017520"/>
          </a:xfrm>
          <a:prstGeom prst="roundRect">
            <a:avLst>
              <a:gd name="adj" fmla="val 3636"/>
            </a:avLst>
          </a:prstGeom>
          <a:solidFill>
            <a:srgbClr val="22C55E">
              <a:alpha val="12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50876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801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learns patterns from data without being explicitly programmed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1920240"/>
            <a:ext cx="6126480" cy="2103120"/>
          </a:xfrm>
          <a:prstGeom prst="roundRect">
            <a:avLst>
              <a:gd name="adj" fmla="val 5217"/>
            </a:avLst>
          </a:prstGeom>
          <a:solidFill>
            <a:srgbClr val="F97316">
              <a:alpha val="12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3352" y="20116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73352" y="23042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using neural networks with many layers — powers GPT, image AI, voice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examples: 📧 Spam filter  ·  🎵 Spotify recs  ·  🎙 Siri / Alexa  ·  🖼 Image recognition  ·  💬 ChatGPT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Basics — The Math Engine of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faster, smarter, and shorter to write than plain Python lists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749040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NumPy?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09728" cy="10972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6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922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10–100× faster than Python lists for math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109728" cy="10972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loops needed — apply math to whole arrays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109728" cy="10972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Matplotlib, scikit-learn all build on NumPy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109728" cy="109728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856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np.mean([...]) vs a manual loop — one line wins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1005840"/>
            <a:ext cx="4389120" cy="3749040"/>
          </a:xfrm>
          <a:prstGeom prst="rect">
            <a:avLst/>
          </a:prstGeom>
          <a:solidFill>
            <a:srgbClr val="0D1F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124712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727448" y="1124712"/>
            <a:ext cx="109728" cy="109728"/>
          </a:xfrm>
          <a:prstGeom prst="oval">
            <a:avLst/>
          </a:prstGeom>
          <a:solidFill>
            <a:srgbClr val="FCD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4882896" y="1124712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069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numpy_basics.py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44568" y="1325880"/>
            <a:ext cx="41696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Creating arrays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np.array([10, 20, 30, 40, 50])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 = np.zeros(5)         # [0,0,0,0,0]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ones  = np.ones((2, 3))     # 2D: 2 rows, 3 cols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Vectorized math — no loop needed!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+ 5       # [15, 25, 35, 45, 55]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2       # [20, 40, 60, 80, 100]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Stats functions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np.mean(a)  # 30.0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np.sum(a)   # 150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np.max(a)   # 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np.min(a)   #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np.std(a)   # standard deviation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Indexing / slicing (same as lists)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       #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a[1:4]      # [20, 30, 40]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a[a &gt; 25]   # [30, 40, 50]  ← boolean index!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Practice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— Intro to AI + NumPy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15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155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NumPy array of marks for 5 students. Use NumPy to find the average, highest, and lowest marks — without any loop.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928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NumPy arrays: hours_studied = [2,5,3,8,1] and scores = [55,80,65,92,40]. Compute the average score using np.mean().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60604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6700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70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boolean indexing to print only the students who scored above 70 from the scores array in Q2.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4472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472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explain the difference between AI, ML, and Deep Learning. Give one real-world example for each.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2245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2245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'vectorized operation' in NumPy? Write an example that multiplies all elements of an array by 10, with and without NumPy.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oval">
            <a:avLst/>
          </a:prstGeom>
          <a:solidFill>
            <a:srgbClr val="FCD34D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E749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/ WEEK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— Wed, Jul 22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Basics + Data Handling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DataFrames vs Series — the two core Pandas data structures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Loading CSV files with pd.read_csv() + exploring: .head(), .info(), .describe()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cleaning: handling missing values with .isnull(), .dropna(), .fillna()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Lab: clean a deliberately messy sample CSV dataset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Basics — Working with Tabular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DataFrame as a supercharged Excel sheet in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749040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labeled array — like a column in Excel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table — rows × columns, like a spreadsheet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79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 5 rows — always start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998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.info()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300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non-null counts, column names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21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.describe()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22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mean, std, min, max per column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422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.isnull()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missing values in the dataset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1005840"/>
            <a:ext cx="4389120" cy="3749040"/>
          </a:xfrm>
          <a:prstGeom prst="rect">
            <a:avLst/>
          </a:prstGeom>
          <a:solidFill>
            <a:srgbClr val="0D1F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124712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727448" y="1124712"/>
            <a:ext cx="109728" cy="109728"/>
          </a:xfrm>
          <a:prstGeom prst="oval">
            <a:avLst/>
          </a:prstGeom>
          <a:solidFill>
            <a:srgbClr val="FCD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4882896" y="1124712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069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pandas_basics.py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44568" y="1325880"/>
            <a:ext cx="41696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 CSV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pd.read_csv('students.csv')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        # first 5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print(df.info())        # column types + nulls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    # summary stats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for missing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Handle missing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              # remove rows with any NaN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df.fillna(0)             # fill NaN with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df['score'].fillna(df['score'].mean())  # fill with mean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columns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              # one column (Series)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df[['name', 'score']]    # multiple columns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df[df['score'] &gt; 70]     # only students who passed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 and aggregate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df.groupby('class')['score'].mean()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Practice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— Pandas + Data Handling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15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155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CSV with columns: name, subject, score. Display only the rows where score &lt; 50. How many such rows exist?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928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has some missing 'age' values. Fill missing ages with the average age of all students using .fillna() and .mean().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60604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6700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70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 dataset by 'subject' and find the average score per subject using .groupby(). Which subject has the highest average?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4472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472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Pandas Series and a DataFrame? When would you use each?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2245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2245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DataFrame from scratch using a Python dictionary with 5 student records (name, marks, grade). Display it and use .describe() on the marks column.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oval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E749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/ WEEK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— Thu, Jul 23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Data Visualization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Line, bar, scatter, histogram — when to use which chart type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Matplotlib: plt.plot(), plt.bar(), labels, title, legend, plt.show()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Lab: 2–3 different charts on the same dataset, peer review 'what story does this tell?'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Practical: full mini-analysis — load → clean → stats → visualize a fresh dataset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Turning Data into Insight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chart for the right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Trends over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618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 score over weeks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9472" y="1389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Comparing categories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9472" y="1618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Avg score per subject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5054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Relationship between 2 vars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734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Study hours vs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21408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9472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25054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Distribution of values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734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How many students in each score range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8412480" cy="1572768"/>
          </a:xfrm>
          <a:prstGeom prst="rect">
            <a:avLst/>
          </a:prstGeom>
          <a:solidFill>
            <a:srgbClr val="0D1F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429000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3429000"/>
            <a:ext cx="109728" cy="109728"/>
          </a:xfrm>
          <a:prstGeom prst="oval">
            <a:avLst/>
          </a:prstGeom>
          <a:solidFill>
            <a:srgbClr val="FCD34D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" y="3429000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37413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matplotlib_basics.py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" y="3630168"/>
            <a:ext cx="81930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  = [1, 2, 3, 4, 5, 6, 7, 8]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 = [40, 50, 55, 65, 70, 78, 85, 92]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Line chart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plt.plot(hours, scores, color='teal', marker='o', linewidth=2)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plt.title('Study Hours vs Score')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plt.xlabel('Hours Studied')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plt.ylabel('Score')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plt.grid(True, alpha=0.3)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Bar chart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subjects = ['Math', 'Science', 'English']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     = [72, 68, 81]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plt.bar(subjects, avg, color=['teal','orange','green'])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plt.title('Average Score by Subject')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Practice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— Matplotlib + Data Visualization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15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155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bar chart showing the average scores of 5 subjects. Add proper labels, a title, and different colors for each bar.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928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data: hours = [1,2,3,5,6,8] and scores = [45,55,60,72,78,90], create a scatter plot. What pattern do you observe?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60604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6700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70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histogram of 20 random scores (use np.random.randint(40, 100, 20)). Set bins=5 and describe the distribution.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4472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472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dataset of monthly sales. Which chart type would you use to show the trend over time? Why?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2245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2245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Plot both study hours vs score (scatter) AND the average trend line on the same chart using plt.plot(). Use different colors.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oval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E749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/ WEEK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— Fri, Jul 24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Basics + Module 5 Capstone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Classification vs Regression — plain language with real examples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ML Workflow: training data → features/labels → model →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Live demo with scikit-learn: predict pass/fail from study hours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Module 5 Capstone: Student Result Prediction mini ML project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Workflow — How a Model Learns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Regression + the 5-step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572768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1078992"/>
            <a:ext cx="457200" cy="457200"/>
          </a:xfrm>
          <a:prstGeom prst="oval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with features (hours studied) &amp; labels (pass/fail)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005840"/>
            <a:ext cx="1572768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15184" y="1078992"/>
            <a:ext cx="457200" cy="457200"/>
          </a:xfrm>
          <a:prstGeom prst="oval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48840" y="162763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01168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fix types — Day 16 skills!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1005840"/>
            <a:ext cx="1572768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078992"/>
            <a:ext cx="457200" cy="457200"/>
          </a:xfrm>
          <a:prstGeom prst="oval">
            <a:avLst/>
          </a:prstGeom>
          <a:solidFill>
            <a:srgbClr val="FCD34D">
              <a:alpha val="85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162763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01168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train_test_split: 80% train / 20% test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1005840"/>
            <a:ext cx="1572768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98464" y="1078992"/>
            <a:ext cx="457200" cy="457200"/>
          </a:xfrm>
          <a:prstGeom prst="oval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162763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01168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model.fit(X_train, y_train) — model learns the pattern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1005840"/>
            <a:ext cx="1572768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90104" y="1078992"/>
            <a:ext cx="457200" cy="457200"/>
          </a:xfrm>
          <a:prstGeom prst="oval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010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162763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Evaluate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01168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model.predict(X_test) → accuracy_score()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1691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29000" y="1691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20640" y="1691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2280" y="1691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5760" y="3035808"/>
            <a:ext cx="41148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154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category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· Spam / Not Spam · Dog / Cat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0416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Logistic Regression, Decision Tree, KNN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035808"/>
            <a:ext cx="41148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3154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· Temperature · Sales forecast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40416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Linear Regression, Random Forest, SVR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Train Your First ML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student pass/fail from study hours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931920"/>
          </a:xfrm>
          <a:prstGeom prst="rect">
            <a:avLst/>
          </a:prstGeom>
          <a:solidFill>
            <a:srgbClr val="0D1F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24712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124712"/>
            <a:ext cx="109728" cy="109728"/>
          </a:xfrm>
          <a:prstGeom prst="oval">
            <a:avLst/>
          </a:prstGeom>
          <a:solidFill>
            <a:srgbClr val="FCD34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124712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0698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first_ml_model.py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325880"/>
            <a:ext cx="480974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accuracy_score, classification_report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1. Data 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 = [1, 2, 3, 3, 4, 5, 5, 6, 7, 8]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[0, 0, 0, 1, 1, 1, 0, 1, 1, 1]  # 0=Fail, 1=Pass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np.array(hours).reshape(-1, 1)  # features must be 2D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np.array(result)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2. Split 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3. Train 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4. Predict 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print("Accuracy:", accuracy_score(y_test, y_pred))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 y_pred))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5. Predict new student 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new_student = np.array([[4]])  # studied 4 hours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 = model.predict(new_student)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print("4 hours →", "Pass" if prediction[0] == 1 else "Fail")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005840"/>
            <a:ext cx="320040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115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5544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764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— what the model learns from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2103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(y)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313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what we want to predict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6517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862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patterns from X_train, y_train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32004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3410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unseen X_test 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749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9593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correct predictions on test 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42976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reshape(-1,1)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4507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expects 2D input arrays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0E749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CAPSTONE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 Prediction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ML model that predicts whether a student will pass or fail based on study hours and attendance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8321040" cy="484632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17904"/>
            <a:ext cx="713232" cy="228600"/>
          </a:xfrm>
          <a:prstGeom prst="roundRect">
            <a:avLst>
              <a:gd name="adj" fmla="val 16000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179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53312" y="1490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load a dataset with columns: hours_studied, attendance_pct, result (pass/fail)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020824"/>
            <a:ext cx="8321040" cy="484632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93976"/>
            <a:ext cx="713232" cy="228600"/>
          </a:xfrm>
          <a:prstGeom prst="roundRect">
            <a:avLst>
              <a:gd name="adj" fmla="val 16000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53312" y="206654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 — check for missing values, ensure correct data types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596896"/>
            <a:ext cx="8321040" cy="484632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70048"/>
            <a:ext cx="713232" cy="228600"/>
          </a:xfrm>
          <a:prstGeom prst="roundRect">
            <a:avLst>
              <a:gd name="adj" fmla="val 16000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700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53312" y="264261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train/test (80/20), train a LogisticRegression model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3172968"/>
            <a:ext cx="8321040" cy="484632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246120"/>
            <a:ext cx="713232" cy="228600"/>
          </a:xfrm>
          <a:prstGeom prst="roundRect">
            <a:avLst>
              <a:gd name="adj" fmla="val 16000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461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53312" y="32186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print accuracy score + classification report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" y="3749040"/>
            <a:ext cx="8321040" cy="484632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22192"/>
            <a:ext cx="713232" cy="228600"/>
          </a:xfrm>
          <a:prstGeom prst="roundRect">
            <a:avLst>
              <a:gd name="adj" fmla="val 16000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2219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53312" y="379476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Visualize: scatter plot of hours vs attendance, colored by result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" y="4325112"/>
            <a:ext cx="8321040" cy="484632"/>
          </a:xfrm>
          <a:prstGeom prst="rect">
            <a:avLst/>
          </a:prstGeom>
          <a:solidFill>
            <a:srgbClr val="1A1F2E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398264"/>
            <a:ext cx="713232" cy="228600"/>
          </a:xfrm>
          <a:prstGeom prst="roundRect">
            <a:avLst>
              <a:gd name="adj" fmla="val 16000"/>
            </a:avLst>
          </a:prstGeom>
          <a:solidFill>
            <a:srgbClr val="FCD34D">
              <a:alpha val="8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9826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53312" y="437083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3rd feature (previous_score) and check if accuracy improves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Practice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— AI/ML Basics + scikit-learn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15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155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classification and regression? Give a real-world example for each (not the ones from class).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928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ML workflow, what is the purpose of train_test_split? What would happen if you trained and tested on the same data?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60604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6700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70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the capstone model: add 'attendance_pct' as a second feature alongside 'hours_studied'. Does accuracy improve?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4472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472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model.fit() do? What does model.predict() do? Explain in plain language without using jargon.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2245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2245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predicts pass/fail for 10 students and gets 7 correct. What is the accuracy? If 8 of the 10 students actually pass, is 70% accuracy good enough?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oval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Recap — What You've Learned!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743200" cy="1719072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914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914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3898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templates, forms, dynamic data — frontend ↔ backend connected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749808"/>
            <a:ext cx="2743200" cy="1719072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9144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67912" y="914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10712" y="13898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vs Deep Learning — real-world applications demystified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26480" y="749808"/>
            <a:ext cx="2743200" cy="1719072"/>
          </a:xfrm>
          <a:prstGeom prst="rect">
            <a:avLst/>
          </a:prstGeom>
          <a:solidFill>
            <a:srgbClr val="161B2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9144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48272" y="914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+ Pandas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91072" y="13898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DataFrames, CSV loading, cleaning, grouping + filtering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65760" y="2670048"/>
            <a:ext cx="2743200" cy="1719072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8346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7552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0352" y="3310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scatter, histogram — data → visual insight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46120" y="2670048"/>
            <a:ext cx="2743200" cy="1719072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83464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67912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with scikit-learn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410712" y="3310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train/test split, fit → predict → evaluate accuracy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26480" y="2670048"/>
            <a:ext cx="2743200" cy="1719072"/>
          </a:xfrm>
          <a:prstGeom prst="rect">
            <a:avLst/>
          </a:prstGeom>
          <a:solidFill>
            <a:srgbClr val="161B2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83464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48272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Capstones Shipped!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291072" y="3310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Website + Student Result Prediction — real working projects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oval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 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Generative AI, GitHub, Career Guidance + Final Project Demo 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97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— Mon Jul 27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Intro + Prompt Engineering + AI Tools (ChatGPT, Copilot)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832104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66544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066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 — Tue Jul 28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3591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Ethics, Responsible Use, Resume Generation using 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962656"/>
            <a:ext cx="832104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35808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— Wed Jul 29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3284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+ Deployment (GitHub Pages / Netlify) + Career Guidance Part 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931920"/>
            <a:ext cx="832104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00507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005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 — Thu Jul 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297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 Part 2 + Final Project Build + DEMO DAY!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Weekend Homework: Finish the capstone · Review Week 4 concepts · Start researching your Final Project track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oval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oval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28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🤖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This Week!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went from web dev to AI in just 5 days 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240280"/>
            <a:ext cx="6400800" cy="1691640"/>
          </a:xfrm>
          <a:prstGeom prst="rect">
            <a:avLst/>
          </a:prstGeom>
          <a:solidFill>
            <a:srgbClr val="161B22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3591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Before you leave, write: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 I learned ___ and my one doubt is ___"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30906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 before you close your laptop!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Academy  ·  Python Bootcamp  · 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 Academy — Python Bootcamp Week 4</dc:title>
  <dc:subject>PptxGenJS Presentation</dc:subject>
  <dc:creator>2b Academy</dc:creator>
  <cp:lastModifiedBy>2b Academy</cp:lastModifiedBy>
  <cp:revision>1</cp:revision>
  <dcterms:created xsi:type="dcterms:W3CDTF">2026-06-26T08:01:12Z</dcterms:created>
  <dcterms:modified xsi:type="dcterms:W3CDTF">2026-06-26T08:01:12Z</dcterms:modified>
</cp:coreProperties>
</file>